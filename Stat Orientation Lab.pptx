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,Peng" userId="42d342d1-35a9-4cd4-8796-d8cf994d69af" providerId="ADAL" clId="{F40F5D20-6146-D54C-BBAB-80A4DE0918FB}"/>
    <pc:docChg chg="modSld">
      <pc:chgData name="Yang,Peng" userId="42d342d1-35a9-4cd4-8796-d8cf994d69af" providerId="ADAL" clId="{F40F5D20-6146-D54C-BBAB-80A4DE0918FB}" dt="2025-08-20T14:50:48.580" v="3" actId="20577"/>
      <pc:docMkLst>
        <pc:docMk/>
      </pc:docMkLst>
      <pc:sldChg chg="modSp mod">
        <pc:chgData name="Yang,Peng" userId="42d342d1-35a9-4cd4-8796-d8cf994d69af" providerId="ADAL" clId="{F40F5D20-6146-D54C-BBAB-80A4DE0918FB}" dt="2025-08-20T14:50:48.580" v="3" actId="20577"/>
        <pc:sldMkLst>
          <pc:docMk/>
          <pc:sldMk cId="0" sldId="256"/>
        </pc:sldMkLst>
        <pc:spChg chg="mod">
          <ac:chgData name="Yang,Peng" userId="42d342d1-35a9-4cd4-8796-d8cf994d69af" providerId="ADAL" clId="{F40F5D20-6146-D54C-BBAB-80A4DE0918FB}" dt="2025-08-20T14:50:48.580" v="3" actId="20577"/>
          <ac:spMkLst>
            <pc:docMk/>
            <pc:sldMk cId="0" sldId="256"/>
            <ac:spMk id="5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7c13cd82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7c13cd82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478c6c5fb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478c6c5fb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478c6c5f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478c6c5fb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78c6c5fb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478c6c5fb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45ce13777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45ce13777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478c6c5fb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478c6c5fb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478c6c5fb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478c6c5fb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studio.com/products/rstudio/download/#downloa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Statistics Department Orientation</a:t>
            </a:r>
            <a:endParaRPr sz="32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Computing Lab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8/21/2024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Latex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Software you will use for many of your homework assignments and for academic writing to have more standardized text, equations, figures, tables, and more.</a:t>
            </a:r>
            <a:endParaRPr sz="16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450" y="1795450"/>
            <a:ext cx="6411100" cy="3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Latex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compiling tools: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Overleaf (overleaf.com)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Pros: user friendly, good for collaboration, auto-save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Cons: compilation issues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Tex Editor: https://beebom.com/best-latex-editors/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Pros: better for research / publications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Cons: no auto-fill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Command line / terminal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RStudio / RMarkdown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R / RStudio:</a:t>
            </a: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Base R: https://www.r-project.org/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RStudio: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https://www.rstudio.com/products/rstudio/download/#download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Install RMarkdown</a:t>
            </a: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install.packages("rmarkdown")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install.packages("knitr")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RMarkdown recommended when you have both computations, plots, and mathematical symbols and equations</a:t>
            </a: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Syntax in main text is the same as Latex!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Rmd Chunks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Chunk options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include = FALSE : prevents code and results from being printed in output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echo = FALSE : prevents only the code from being printed in output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message = FALSE : prevents the messages from running the code to be shown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warning = FALSE : prevents any warnings from running the code to be shown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688" y="2649299"/>
            <a:ext cx="6921225" cy="18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Linux for Github</a:t>
            </a:r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Github is useful for saving and sharing your code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ways to integrate RStudio and Github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 Bash: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https://git-scm.com/downloads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clone a repository already on your Github account: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push updated code to your repository: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6650" y="3390079"/>
            <a:ext cx="7797676" cy="134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 rotWithShape="1">
          <a:blip r:embed="rId5">
            <a:alphaModFix/>
          </a:blip>
          <a:srcRect t="22046" b="25561"/>
          <a:stretch/>
        </p:blipFill>
        <p:spPr>
          <a:xfrm>
            <a:off x="838375" y="2571750"/>
            <a:ext cx="6341075" cy="40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Good to be familiar with basic commands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 grad school, most likely will need to be familiar with Linux when</a:t>
            </a:r>
            <a:endParaRPr sz="20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Connecting to a server (to run large computations)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Sending files securely (strict permissions)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Using C++ instead of R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Using Git with RStudio (Git Bash)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</a:t>
            </a:r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commands: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 - change directory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ls - list files in current directory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vim - enter file editor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touch - create new file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touch newFile.R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 - copy file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cp originalFile.R newFile.R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useful commands can be found at this link: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https://cheatography.com/davechild/cheat-sheets/linux-command-line/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Microsoft Macintosh PowerPoint</Application>
  <PresentationFormat>On-screen Show (16:9)</PresentationFormat>
  <Paragraphs>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Statistics Department Orientation</vt:lpstr>
      <vt:lpstr>Latex</vt:lpstr>
      <vt:lpstr>Latex</vt:lpstr>
      <vt:lpstr>RStudio / RMarkdown</vt:lpstr>
      <vt:lpstr>Rmd Chunks</vt:lpstr>
      <vt:lpstr>Using Linux for Github</vt:lpstr>
      <vt:lpstr>Linux</vt:lpstr>
      <vt:lpstr>Linux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Department Orientation</dc:title>
  <cp:lastModifiedBy>Yang,Peng</cp:lastModifiedBy>
  <cp:revision>2</cp:revision>
  <dcterms:modified xsi:type="dcterms:W3CDTF">2025-08-20T14:50:48Z</dcterms:modified>
</cp:coreProperties>
</file>